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812E9-3065-F836-8751-C40C539B7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758073-AFB7-F34A-7022-33044BF563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D726F9-FEA4-BEEB-197B-4269A0C1D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F0BA-8B1A-0447-86C2-FF0EE1D8C827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AFB0B8-6BB6-E303-70D7-01AF4B198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09F2F4-EBA5-809B-D152-9FD99E8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2F6D-1E72-1449-B1A1-B8D88E72F90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83184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67E052-278B-6E31-3A67-745A32728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BAB163-61EE-E240-B0D3-A1C2C478F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23E638-67C0-900A-80C6-3CFE16609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F0BA-8B1A-0447-86C2-FF0EE1D8C827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8BDC24-D3DB-92FF-86ED-BF892BEA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46193A-93A1-CAE2-55EA-2C7D64241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2F6D-1E72-1449-B1A1-B8D88E72F90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74788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871416-57E4-B870-19AB-F49382E80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562A22-112A-9020-7CE8-7D4C6881E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7F36B3-3A25-A0D6-A899-44EC4E264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F0BA-8B1A-0447-86C2-FF0EE1D8C827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E99BD7-1347-E2E2-5F93-AABBA0E62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DD7708-A628-A96E-FA25-A85071299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2F6D-1E72-1449-B1A1-B8D88E72F90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4711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888588-3A06-8497-329A-5A9812966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652EAC-7205-F8C8-B6F7-1C2C6B6762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6EDA78-42F4-0A0D-7D42-6C5DF230B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545D30-FDC0-7D1C-9F70-A5BEDDC72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F0BA-8B1A-0447-86C2-FF0EE1D8C827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1FE2A4-1992-20C7-4485-DED49AF47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95810C-6417-9FF1-95DA-6986EE46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2F6D-1E72-1449-B1A1-B8D88E72F90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77390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9369A9-ABEB-2546-6C91-F370582E8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30A33F-3DCE-F7A5-33A3-6D5F0D9AE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CC7EB4-F0FB-0F90-5019-AE338B9CF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8D9457-7DB6-504B-2665-FF654695F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FC93418-6ADE-562D-6B5D-ACE42100B3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A2F5A5E-ECE5-E0E0-1AC0-008ED6C78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F0BA-8B1A-0447-86C2-FF0EE1D8C827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507AFAA-75E5-7FE1-C4A2-46D4B7A84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3DED0E2-2D2C-2E3E-5B36-58E2357E0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2F6D-1E72-1449-B1A1-B8D88E72F90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20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B75A82-8265-09A7-9E85-30B329A7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2DF465-D3A2-A1D5-CB31-F18B618AD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F0BA-8B1A-0447-86C2-FF0EE1D8C827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E9AA29-C3B8-A305-4E3A-68B1FF431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96E60C-BFA8-7710-1016-B29C13DFF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2F6D-1E72-1449-B1A1-B8D88E72F90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42200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45F0EA-57DE-BC7D-9E3F-BA4C286C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F0BA-8B1A-0447-86C2-FF0EE1D8C827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A4E522C-3B96-CEB0-6EAC-963E56FB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2D3A92-6BBD-BA9D-8B67-1286E6310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2F6D-1E72-1449-B1A1-B8D88E72F90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36089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9554EB-9282-1337-B860-AA23AEDF0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20888D-9590-4EBA-FCF8-E242DE5E2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6F9FBC-9BB5-01A7-D097-04A5ECEB5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EE29AE-5222-D1E7-E087-453DFE632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F0BA-8B1A-0447-86C2-FF0EE1D8C827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897502-BD9C-EBA2-1462-CD5DAF48F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A2098B-D3BA-CEDD-AD05-5115D0D5A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2F6D-1E72-1449-B1A1-B8D88E72F90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84838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049B48-4503-0D1E-D67A-370F6B82D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5243A1E-3576-7F47-3DC8-9FA2171509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2513C1D-A94F-AA3F-B40E-9F2843442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7C49C5-BCCA-81EC-EF61-30E7DBC5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F0BA-8B1A-0447-86C2-FF0EE1D8C827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9E6557-3F0C-6CA3-BB9E-C1594763D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AA2AE9-A26B-DF6A-87F0-EB25A9B88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2F6D-1E72-1449-B1A1-B8D88E72F90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06119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BCFFCC-102E-15F1-4702-1ACC356D2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C27302-9807-EB53-8CEF-7B1B5AAA1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0A1D5A-F2E5-6504-CED1-8E670C6A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F0BA-8B1A-0447-86C2-FF0EE1D8C827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CE7F47-6ECE-8207-3F79-80BCC1C71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DA1C3E-7395-1A66-BEE9-E329E8B6D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2F6D-1E72-1449-B1A1-B8D88E72F90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50203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BC35C2-7936-7D0A-B782-3A0C2D46AB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ED6AA45-4AAC-E1AB-4AD7-A24FDDEA7D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09CE93-547A-1FA1-0C9C-6CADFCDBD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F0BA-8B1A-0447-86C2-FF0EE1D8C827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B81AE6-540D-646E-4192-D8125DA2F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3BDA34-E0E1-8EE8-401B-4699672ED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2F6D-1E72-1449-B1A1-B8D88E72F90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43126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0F8628B-1A7C-FB18-EEDB-B7CE47DA2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F4370A-1F81-E331-FA68-947D06208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314DA0-DDCF-9CA2-1C02-FE8793444B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CCF0BA-8B1A-0447-86C2-FF0EE1D8C827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36E589-DF65-87B8-F15F-5C4A125DC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736A25-66F8-32B2-CD89-8E71621F5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22F6D-1E72-1449-B1A1-B8D88E72F90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1711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506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DD9BA-EE3D-70E8-9E38-0B1D4C2D5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4913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88DD7-0E39-6BA7-4653-7C0E718DC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706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3FBD6-13C2-21D9-F967-588EBE773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6278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9D792-1D3C-6133-DEC7-141257324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0170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와이드스크린</PresentationFormat>
  <Paragraphs>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woonyong choi</dc:creator>
  <cp:lastModifiedBy>woonyong choi</cp:lastModifiedBy>
  <cp:revision>1</cp:revision>
  <dcterms:created xsi:type="dcterms:W3CDTF">2026-03-18T00:55:32Z</dcterms:created>
  <dcterms:modified xsi:type="dcterms:W3CDTF">2026-03-18T00:56:23Z</dcterms:modified>
</cp:coreProperties>
</file>